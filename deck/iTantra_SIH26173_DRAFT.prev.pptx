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3258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007F82"/>
                </a:solidFill>
                <a:latin typeface="Arial"/>
              </a:defRPr>
            </a:pPr>
            <a:r>
              <a:t>iTantra — Offline Voice Transceiver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20116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D4E"/>
                </a:solidFill>
                <a:latin typeface="Arial"/>
              </a:defRPr>
            </a:pPr>
            <a:r>
              <a:t>Speech to text to speech, fully offline, over low-bitrate links.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83464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Problem Statement ID – SIH26173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Problem Statement Title – iTantra - Indian Multilingual TTS &amp; STT Aided Neural Transceiver Radio Access for low bitrate links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Theme – Smart Automation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PS Category – 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0749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D4E"/>
                </a:solidFill>
                <a:latin typeface="Arial"/>
              </a:defRPr>
            </a:pPr>
            <a:r>
              <a:t>Team ID – [PORTAL TEAM ID]</a:t>
            </a:r>
          </a:p>
          <a:p>
            <a:pPr>
              <a:spcAft>
                <a:spcPts val="700"/>
              </a:spcAft>
              <a:defRPr sz="1900" b="1">
                <a:solidFill>
                  <a:srgbClr val="142D4E"/>
                </a:solidFill>
                <a:latin typeface="Arial"/>
              </a:defRPr>
            </a:pPr>
            <a:r>
              <a:t>Team Name (Registered on portal) – B.J.P (Bug Janta Party)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26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PROPOSAL WITH LOCAL MEASUREMENTS • Integrated two-phone prototype and Android performance not yet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IDEA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234440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07F82"/>
                </a:solidFill>
                <a:latin typeface="Arial"/>
              </a:defRPr>
            </a:pPr>
            <a:r>
              <a:t>iTantra | send voice as text, not as audio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856231"/>
            <a:ext cx="548640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984248"/>
            <a:ext cx="5157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514600"/>
            <a:ext cx="51572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84B"/>
                </a:solidFill>
                <a:latin typeface="Arial"/>
              </a:defRPr>
            </a:pPr>
            <a:r>
              <a:t>An offline Android app: speech in, text out, tiny packet over Wi-Fi/Bluetooth, speech back out on the receiving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856231"/>
            <a:ext cx="566928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984248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514600"/>
            <a:ext cx="534009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Push-to-talk works like a walkie-talkie. When idle, both phones run a full-duplex phone-style path. Alerts play at maximum volume and cannot be interrupted.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041648"/>
            <a:ext cx="548640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169663"/>
            <a:ext cx="5157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700016"/>
            <a:ext cx="51572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Audio is too large for low-data-rate links. One spoken sentence becomes ~50-110 bytes of UTF-8 text — roughly 1,000x smaller — so voice fits where it could not before.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041648"/>
            <a:ext cx="566928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4169663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Innovation and uniqueness of the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700016"/>
            <a:ext cx="534009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B"/>
                </a:solidFill>
                <a:latin typeface="Arial"/>
              </a:defRPr>
            </a:pPr>
            <a:r>
              <a:t>Asymmetric pipeline: the speaker's phone carries the ASR cost, the listener's phone carries TTS. Idle listening runs only a voice-activity detector, so idle CPU stays near zero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Technologies to be used (e.g. programming languages, frameworks, hardware)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8105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Kotlin Android app • sherpa-onnx (open-source, ONNX runtime) • Silero VAD (voice activity detection)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ASR: Meta Omnilingual CTC 300M INT8, Apache 2.0 • TTS: Piper VITS voices, MIT licence • Wi-Fi Direct / Bluetooth RFCOMM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79806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Methodology and process for implementation (Flow Charts/Images/ working prototype)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74720"/>
            <a:ext cx="3566160" cy="17830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60273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PHONE A — SPEAKER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133087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Mic 16 kHz mono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Silero VAD cuts sentence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Omnilingual ASR → text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Tag with language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474720"/>
            <a:ext cx="3566160" cy="17830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60273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133087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Wi-Fi Direct (primary)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Bluetooth fallback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UTF-8 text only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~50–110 bytes per sentence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474720"/>
            <a:ext cx="3566160" cy="17830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360273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PHONE B — LISTENER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4133087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Piper TTS (hi / en)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Audio out 22050 Hz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Max volume, no interrupt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Alert loops until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4114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7F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4114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7F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D4E"/>
                </a:solidFill>
                <a:latin typeface="Arial"/>
              </a:defRPr>
            </a:pPr>
            <a:r>
              <a:t>Measured on a development machine: ASR RTF 0.036–0.043, TTS RTF 0.032–0.044, full loop 0.29–0.42 s per utterance.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53328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All figures measured on macOS arm64 (desktop), not on a phone. Android RTF and RAM remain unmeasured.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426464"/>
            <a:ext cx="361188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55448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Analysis of the feasibility of the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084832"/>
            <a:ext cx="328269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Every component is open-source and permissively licensed (Apache 2.0 / MIT).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ASR covers 1,668 languages; Hindi and English proven locally end to end.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An official Android reference app already runs this exact ASR model with VAD.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1426464"/>
            <a:ext cx="361188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5448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Potential challenges and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84832"/>
            <a:ext cx="328269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Phone CPU and RAM unmeasured; low/mid-range devices are the target.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Clean-studio accuracy is not disaster-zone accuracy.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Marathi measured weak (WER 0.74); 6 of 10 languages untested.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Wi-Fi Direct behaves differently across Android vendors.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426464"/>
            <a:ext cx="370332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1554480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Strategies for overcoming these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2084832"/>
            <a:ext cx="337413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Benchmark on the cheapest available phone first.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Report CER alongside WER for complex scripts.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Scope the demonstrator to Hindi + English, then extend.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Ship Bluetooth fallback; never depend on one transport.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560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rial"/>
              </a:defRPr>
            </a:pPr>
            <a:r>
              <a:t>Planned proof: the two-phone walkie-talkie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09728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B"/>
                </a:solidFill>
                <a:latin typeface="Arial"/>
              </a:defRPr>
            </a:pPr>
            <a:r>
              <a:t>Phone A speaks Hindi and English sentences; phone B must reproduce the same meaning as speech. Measure mouth-to-ear latency, idle CPU with VAD-only listening, peak RAM, and packet size on real devices.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3533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874519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4384B"/>
                </a:solidFill>
                <a:latin typeface="Arial"/>
              </a:defRPr>
            </a:pPr>
            <a:r>
              <a:t>For field responders, volunteers and citizens on degraded or saturated networks: spoken alerts and instructions that reach the other end as intelligible speech, without requiring literacy or an internet connection.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Benefits of the solution (social, economic, environmental, etc.)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361188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529584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SOCIAL / proposed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059936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Voice in, voice out — inclusive of users who cannot read or type. Alerts are heard, not 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3401568"/>
            <a:ext cx="361188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29584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ECONOMIC / proposed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059936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No paid API, no cloud, no proprietary SDK. Runs on phones people already own; only free open-source models.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3401568"/>
            <a:ext cx="370332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3529584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ENVIRONMENTAL / proposed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4059936"/>
            <a:ext cx="337413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Text instead of audio lowers transmitted energy per message; effect on battery runtime must still be measured.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D4E"/>
                </a:solidFill>
                <a:latin typeface="Arial"/>
              </a:defRPr>
            </a:pPr>
            <a:r>
              <a:t>Measured so far: Hindi and English round-trip cleanly with meaning intact; ~1,000x bandwidth reduction per sentence.</a:t>
            </a:r>
          </a:p>
          <a:p>
            <a:pPr>
              <a:spcAft>
                <a:spcPts val="700"/>
              </a:spcAft>
              <a:defRPr sz="1600" b="1">
                <a:solidFill>
                  <a:srgbClr val="142D4E"/>
                </a:solidFill>
                <a:latin typeface="Arial"/>
              </a:defRPr>
            </a:pPr>
            <a:r>
              <a:t>Not yet claimed: field accuracy in noise, phone-class latency, TTS legibility scores, battery runtime.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Benefits are proposed outcomes, not measured results. No claim of lives saved or guaranteed delivery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RESEARCH 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533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F82"/>
                </a:solidFill>
                <a:latin typeface="Arial"/>
              </a:defRPr>
            </a:pPr>
            <a:r>
              <a:t>Details / Links of the reference and research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10972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Models and runtime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csukuangfj/sherpa-onnx-omnilingual-asr-1600-languages-300M-ctc-int8-2025-11-12 — ASR, Apache 2.0, 348 MiB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rhasspy/piper-voices hi_IN pratham and en_US lessac — TTS, MIT licence, ~60 MiB each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k2-fsa/sherpa-onnx — Silero VAD (208 KB int8) and the SherpaOnnxVadAsr Android reference app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Pre-built APK verified: sherpa-onnx-1.13.8-arm64-v8a-vad_asr-1600-omnilingual_asr_300M_ctc_int8.apk, 284 MiB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Evaluation data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google/fleurs (CC-BY-4.0) — real recorded human speech used for per-language accuracy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Platform documentation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k2-fsa.github.io/sherpa/onnx — VAD, ASR, TTS and Android guides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developer.android.com — Wi-Fi Direct and Bluetooth P2P transport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Local evidence: end_to_end.py, tts_bench.py, fleurs_eval.py, convert_piper.py — all reproducible from this submission.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