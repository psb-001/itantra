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13258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007F82"/>
                </a:solidFill>
                <a:latin typeface="Arial"/>
              </a:defRPr>
            </a:pPr>
            <a:r>
              <a:t>iTantra — Offline Voice Transceiver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20116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2D4E"/>
                </a:solidFill>
                <a:latin typeface="Arial"/>
              </a:defRPr>
            </a:pPr>
            <a:r>
              <a:t>Speech to text to speech, fully offline, over low-bitrate links.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2834640"/>
            <a:ext cx="10698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Problem Statement ID – SIH26173</a:t>
            </a:r>
          </a:p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Problem Statement Title – iTantra - Indian Multilingual TTS &amp; STT Aided Neural Transceiver Radio Access for low bitrate links</a:t>
            </a:r>
          </a:p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Theme – Smart Automation</a:t>
            </a:r>
          </a:p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PS Category – Software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0749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2D4E"/>
                </a:solidFill>
                <a:latin typeface="Arial"/>
              </a:defRPr>
            </a:pPr>
            <a:r>
              <a:t>Team ID – [PORTAL TEAM ID]</a:t>
            </a:r>
          </a:p>
          <a:p>
            <a:pPr>
              <a:spcAft>
                <a:spcPts val="700"/>
              </a:spcAft>
              <a:defRPr sz="1900" b="1">
                <a:solidFill>
                  <a:srgbClr val="142D4E"/>
                </a:solidFill>
                <a:latin typeface="Arial"/>
              </a:defRPr>
            </a:pPr>
            <a:r>
              <a:t>Team Name (Registered on portal) – B.J.P (Bug Janta Party)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126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85C13"/>
                </a:solidFill>
                <a:latin typeface="Arial"/>
              </a:defRPr>
            </a:pPr>
            <a:r>
              <a:t>PROPOSAL WITH LOCAL MEASUREMENTS • Integrated two-phone prototype and Android performance not yet validated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IDEA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B.J.P (Bug Janta Party)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465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1234440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007F82"/>
                </a:solidFill>
                <a:latin typeface="Arial"/>
              </a:defRPr>
            </a:pPr>
            <a:r>
              <a:t>iTantra | send voice as text, not as audio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856231"/>
            <a:ext cx="5486400" cy="201168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1984248"/>
            <a:ext cx="51572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Proposed Solution (Describe your Idea/Solution/Prototype)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2514600"/>
            <a:ext cx="515721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4384B"/>
                </a:solidFill>
                <a:latin typeface="Arial"/>
              </a:defRPr>
            </a:pPr>
            <a:r>
              <a:t>An offline Android app: speech in, text out, tiny packet over Wi-Fi/Bluetooth, speech back out on the receiving 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856231"/>
            <a:ext cx="5669280" cy="201168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1984248"/>
            <a:ext cx="5340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Detailed explanation of the proposed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514600"/>
            <a:ext cx="534009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Push-to-talk works like a walkie-talkie. When idle, both phones run a full-duplex phone-style path. Alerts play at maximum volume and cannot be interrupted.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041648"/>
            <a:ext cx="5486400" cy="201168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4169663"/>
            <a:ext cx="51572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How it addresses the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4700016"/>
            <a:ext cx="515721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4384B"/>
                </a:solidFill>
                <a:latin typeface="Arial"/>
              </a:defRPr>
            </a:pPr>
            <a:r>
              <a:t>Audio is too large for low-data-rate links. One spoken sentence becomes ~50-110 bytes of UTF-8 text — roughly 1,000x smaller — so voice fits where it could not before.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4041648"/>
            <a:ext cx="5669280" cy="201168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4169663"/>
            <a:ext cx="5340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Innovation and uniqueness of the 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4700016"/>
            <a:ext cx="5340096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384B"/>
                </a:solidFill>
                <a:latin typeface="Arial"/>
              </a:defRPr>
            </a:pPr>
            <a:r>
              <a:t>Asymmetric pipeline: the speaker's phone carries the ASR cost, the listener's phone carries TTS. Idle listening runs only a voice-activity detector, so idle CPU stays near zero by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B.J.P (Bug Janta Party)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64465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Technologies to be used (e.g. programming languages, frameworks, hardware)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1810512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Kotlin Android app • sherpa-onnx (open-source, ONNX runtime) • Silero VAD 629 KB, RTF 0.004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ASR: Meta Omnilingual CTC 300M INT8, Apache 2.0 • TTS: Piper VITS voices, MIT licence • Wi-Fi Direct / Bluetooth RFCOMM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798064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Methodology and process for implementation (Flow Charts/Images/ working prototype)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383280"/>
            <a:ext cx="3566160" cy="1938528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511296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EITHER PHONE — TALKING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041648"/>
            <a:ext cx="3236976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Mic 16 kHz mono</a:t>
            </a:r>
          </a:p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Silero VAD cuts sentence</a:t>
            </a:r>
          </a:p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Omnilingual ASR → text</a:t>
            </a:r>
          </a:p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Language filter → packet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383280"/>
            <a:ext cx="3566160" cy="1938528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511296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TRANSPORT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041648"/>
            <a:ext cx="3236976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Bluetooth RFCOMM (primary)</a:t>
            </a:r>
          </a:p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Wi-Fi Direct fallback</a:t>
            </a:r>
          </a:p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UTF-8 text only</a:t>
            </a:r>
          </a:p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~50–250 bytes per message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383280"/>
            <a:ext cx="3566160" cy="1938528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1" y="3511296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EITHER PHONE — RECEIVING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4041648"/>
            <a:ext cx="3236976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Piper TTS (hi / en)</a:t>
            </a:r>
          </a:p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Audio out 22050 Hz</a:t>
            </a:r>
          </a:p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Max volume, no interrupt</a:t>
            </a:r>
          </a:p>
          <a:p>
            <a:pPr>
              <a:spcAft>
                <a:spcPts val="700"/>
              </a:spcAft>
              <a:defRPr sz="1400" b="0">
                <a:solidFill>
                  <a:srgbClr val="24384B"/>
                </a:solidFill>
                <a:latin typeface="Arial"/>
              </a:defRPr>
            </a:pPr>
            <a:r>
              <a:t>Alert loops until 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4215" y="41148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07F8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6" y="41148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07F8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D4E"/>
                </a:solidFill>
                <a:latin typeface="Arial"/>
              </a:defRPr>
            </a:pPr>
            <a:r>
              <a:t>Desktop: ASR RTF 0.039–0.043, TTS RTF 0.032–0.044. On Android: ASR RTF 0.120–0.127, TTS RTF 0.055–0.058, 536 MB PSS with all three models resident. Mouth-to-ear ≈ 0.9–1.0 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53328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85C13"/>
                </a:solidFill>
                <a:latin typeface="Arial"/>
              </a:defRPr>
            </a:pPr>
            <a:r>
              <a:t>All Android figures measured on an API 34 arm64 emulator, not a low-end phone. A real budget handset will be slower.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B.J.P (Bug Janta Party)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465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426464"/>
            <a:ext cx="3611880" cy="329184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554480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Analysis of the feasibility of the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2084832"/>
            <a:ext cx="328269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Every component is open-source and permissively licensed (Apache 2.0 / MIT).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All 10 required languages scored locally on real human speech.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An official Android reference app already runs this exact ASR model with VAD.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1426464"/>
            <a:ext cx="3611880" cy="329184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554480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Potential challenges and risks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084832"/>
            <a:ext cx="328269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Latency and RAM measured on an emulator, not a low-end phone.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Under noise, Hindi script retention falls to ~50% at 15 dB SNR.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TTS voices: 7 of 10 neural; Kannada, Tamil, Odia use espeak-ng.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Wi-Fi Direct behaves differently across Android vendors.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1426464"/>
            <a:ext cx="3703320" cy="329184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7" y="1554480"/>
            <a:ext cx="3374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Strategies for overcoming these challenges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7" y="2084832"/>
            <a:ext cx="337413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Benchmark on the cheapest available phone first.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Report CER alongside WER for complex scripts.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Scope the demonstrator to Hindi + English, then extend.</a:t>
            </a:r>
          </a:p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• Ship Bluetooth fallback; never depend on one transport.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46320"/>
            <a:ext cx="11338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2"/>
                </a:solidFill>
                <a:latin typeface="Arial"/>
              </a:defRPr>
            </a:pPr>
            <a:r>
              <a:t>Measured accuracy — all 10 required languages, 200 real-speech clips each (FLEURS)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38928"/>
            <a:ext cx="11338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4384B"/>
                </a:solidFill>
                <a:latin typeface="Arial"/>
              </a:defRPr>
            </a:pPr>
            <a:r>
              <a:t>Normalised character error rate — lower is better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40096"/>
            <a:ext cx="11338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Kannada 0.053   ·   Malayalam 0.059   ·   English 0.067   ·   Gujarati 0.071   ·   Bengali 0.100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Telugu 0.100   ·   Marathi 0.108   ·   Hindi 0.113   ·   Tamil 0.129   ·   Odia 0.134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05332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85C13"/>
                </a:solidFill>
                <a:latin typeface="Arial"/>
              </a:defRPr>
            </a:pPr>
            <a:r>
              <a:t>Every required language measured; all under 0.14. TTS round-trip: English 0.030 (strong), Hindi 0.339 (weak — open problem).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B.J.P (Bug Janta Party)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64465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3533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07F82"/>
                </a:solidFill>
                <a:latin typeface="Arial"/>
              </a:defRPr>
            </a:pPr>
            <a:r>
              <a:t>Potential impact on the target 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874519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4384B"/>
                </a:solidFill>
                <a:latin typeface="Arial"/>
              </a:defRPr>
            </a:pPr>
            <a:r>
              <a:t>For field responders, volunteers and citizens on degraded or saturated networks: spoken alerts and instructions that reach the other end as intelligible speech, without requiring literacy or an internet connection.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7F82"/>
                </a:solidFill>
                <a:latin typeface="Arial"/>
              </a:defRPr>
            </a:pPr>
            <a:r>
              <a:t>Benefits of the solution (social, economic, environmental, etc.)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401568"/>
            <a:ext cx="3611880" cy="164592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529584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SOCIAL / proposed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4059936"/>
            <a:ext cx="32826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Voice in, voice out — inclusive of users who cannot read or type. Alerts are heard, not read.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8" y="3401568"/>
            <a:ext cx="3611880" cy="164592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529584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ECONOMIC / proposed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059936"/>
            <a:ext cx="32826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No paid API, no cloud, no proprietary SDK. Runs on phones people already own; only free open-source models.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7575" y="3401568"/>
            <a:ext cx="3703320" cy="164592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7" y="3529584"/>
            <a:ext cx="3374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7F82"/>
                </a:solidFill>
                <a:latin typeface="Arial"/>
              </a:defRPr>
            </a:pPr>
            <a:r>
              <a:t>ENVIRONMENTAL / proposed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7" y="4059936"/>
            <a:ext cx="337413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84B"/>
                </a:solidFill>
                <a:latin typeface="Arial"/>
              </a:defRPr>
            </a:pPr>
            <a:r>
              <a:t>Text instead of audio lowers transmitted energy per message; effect on battery runtime must still be measured.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3036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D4E"/>
                </a:solidFill>
                <a:latin typeface="Arial"/>
              </a:defRPr>
            </a:pPr>
            <a:r>
              <a:t>Measured so far: all 10 required languages scored on 200 real-speech clips each; Hindi and English round-trip with meaning intact; ~1,000x bandwidth reduction per sentence.</a:t>
            </a:r>
          </a:p>
          <a:p>
            <a:pPr>
              <a:spcAft>
                <a:spcPts val="700"/>
              </a:spcAft>
              <a:defRPr sz="1600" b="1">
                <a:solidFill>
                  <a:srgbClr val="142D4E"/>
                </a:solidFill>
                <a:latin typeface="Arial"/>
              </a:defRPr>
            </a:pPr>
            <a:r>
              <a:t>Not yet claimed: field accuracy in noise, phone-class latency, human TTS legibility panel, battery runtime.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3504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85C13"/>
                </a:solidFill>
                <a:latin typeface="Arial"/>
              </a:defRPr>
            </a:pPr>
            <a:r>
              <a:t>Benefits are proposed outcomes, not measured results. No claim of lives saved or guaranteed delivery at this stage.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472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D4E"/>
                </a:solidFill>
                <a:latin typeface="Arial"/>
              </a:defRPr>
            </a:pPr>
            <a:r>
              <a:t>RESEARCH  AND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B.J.P (Bug Janta Party)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64465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2D4E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533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07F82"/>
                </a:solidFill>
                <a:latin typeface="Arial"/>
              </a:defRPr>
            </a:pPr>
            <a:r>
              <a:t>Details / Links of the reference and research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20240"/>
            <a:ext cx="10972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Models and runtime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csukuangfj/sherpa-onnx-omnilingual-asr-1600-languages-300M-ctc-int8-2025-11-12 — ASR, Apache 2.0, 348 MiB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rhasspy/piper-voices hi_IN pratham and en_US lessac — TTS, MIT licence, ~60 MiB each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k2-fsa/sherpa-onnx — Silero VAD (629 KB) and the SherpaOnnxVadAsr Android reference app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Pre-built APK verified: sherpa-onnx-1.13.8-arm64-v8a-vad_asr-1600-omnilingual_asr_300M_ctc_int8.apk, 284 MiB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Evaluation data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google/fleurs (CC-BY-4.0) — real recorded human speech used for per-language accuracy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Platform documentation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k2-fsa.github.io/sherpa/onnx — VAD, ASR, TTS and Android guides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• developer.android.com — Wi-Fi Direct and Bluetooth P2P transport</a:t>
            </a: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4384B"/>
                </a:solidFill>
                <a:latin typeface="Arial"/>
              </a:defRPr>
            </a:pPr>
            <a:r>
              <a:t>Local evidence: fleurs_eval_full.py, tts_intelligibility.py, measure_ram_all.py, end_to_end.py — all reproducible from this submission.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